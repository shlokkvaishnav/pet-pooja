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22860"/>
          </a:xfrm>
          <a:prstGeom prst="rect">
            <a:avLst/>
          </a:prstGeom>
          <a:solidFill>
            <a:srgbClr val="C8522A"/>
          </a:solidFill>
          <a:ln w="12700">
            <a:solidFill>
              <a:srgbClr val="C85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8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5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TRACK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Revenue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Voice Copilot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Restaurants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320040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033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Transforming PoS data into intelligent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growth &amp; automated ordering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restaurants fail to leverage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 data for decisions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143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383280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lost to missed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upsell opportunities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1143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217920" y="2057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orders still handled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manual phone staff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Challenges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High-margin menu items go unnoticed and under-promoted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Underperforming SKUs silently erode profitability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 orders are error-prone, staff-dependent, and miss upsell moments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intelligent combo or pricing recommendations based on real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 ordering is a barrier in India's diverse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modules.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intelligent system.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26280" y="2423160"/>
            <a:ext cx="9144" cy="24231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23160"/>
            <a:ext cx="228600" cy="22860"/>
          </a:xfrm>
          <a:prstGeom prst="rect">
            <a:avLst/>
          </a:prstGeom>
          <a:solidFill>
            <a:srgbClr val="C8522A"/>
          </a:solidFill>
          <a:ln w="12700">
            <a:solidFill>
              <a:srgbClr val="C85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5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Intelligence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Menu Optimization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 margin · Sales velocity · Hidden stars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Combo engine · Price optimization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228600" cy="2286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Voice Ordering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Speech-to-text · Intent mapping · Multi-language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upsell · JSON → PoS push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01  ·  Revenue Intelligence &amp; Menu Optimization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25603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 Margin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Selling Price minus Food Cost at item level — the true profitability signal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051560"/>
            <a:ext cx="25603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Popularity Scoring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01568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velocity analysis to classify fast movers vs slow-sellers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1051560"/>
            <a:ext cx="25603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Stars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54496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high-margin but under-promoted items silently missing revenue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25603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 low-margin high-volume items eroding overall profitability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01568" y="2926080"/>
            <a:ext cx="25603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Combo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Association analysis to recommend smart bundles that lift AOV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2926080"/>
            <a:ext cx="25603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Optimization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3429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pricing recommendations aligned to demand and margin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02  ·  AI Voice Ordering Copilot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9144"/>
          </a:xfrm>
          <a:prstGeom prst="rect">
            <a:avLst/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(Custom NLP / voice pipeline — no external AI API)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645920" cy="9144"/>
          </a:xfrm>
          <a:prstGeom prst="rect">
            <a:avLst/>
          </a:prstGeom>
          <a:solidFill>
            <a:srgbClr val="33333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 call recording with speech-to-text transcription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77440" y="2148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651760" y="2011680"/>
            <a:ext cx="1645920" cy="9144"/>
          </a:xfrm>
          <a:prstGeom prst="rect">
            <a:avLst/>
          </a:prstGeom>
          <a:solidFill>
            <a:srgbClr val="33333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Mapping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6060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recognition + modifier &amp; customization parsing against PoS database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80560" y="2148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1645920" cy="9144"/>
          </a:xfrm>
          <a:prstGeom prst="rect">
            <a:avLst/>
          </a:prstGeom>
          <a:solidFill>
            <a:srgbClr val="33333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Clarify &amp; Upsell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6060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 resolution + real-time upsell suggestions from revenue engine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2148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858000" y="2011680"/>
            <a:ext cx="1645920" cy="9144"/>
          </a:xfrm>
          <a:prstGeom prst="rect">
            <a:avLst/>
          </a:prstGeom>
          <a:solidFill>
            <a:srgbClr val="333330"/>
          </a:solidFill>
          <a:ln w="12700">
            <a:solidFill>
              <a:srgbClr val="3333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&amp; Push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6060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summary confirmation → structured JSON → PoS + auto KOT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8046720" cy="9144"/>
          </a:xfrm>
          <a:prstGeom prst="rect">
            <a:avLst/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SUPPORT   English  ·  Hindi  ·  Hinglish  ·  + Regional Languages (bonus)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228600" cy="13716"/>
          </a:xfrm>
          <a:prstGeom prst="rect">
            <a:avLst/>
          </a:prstGeom>
          <a:solidFill>
            <a:srgbClr val="C8522A"/>
          </a:solidFill>
          <a:ln w="12700">
            <a:solidFill>
              <a:srgbClr val="C85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5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REQUIREMENTS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 margin &amp; item profitability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velocity &amp; popularity classification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High-margin under-promoted item detection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Combo recommendation via association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order capture with speech-to-text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recognition &amp; PoS item mapping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 support (English, Hindi, Hinglish)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JSON order → PoS push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9144" cy="384048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960120"/>
            <a:ext cx="228600" cy="13716"/>
          </a:xfrm>
          <a:prstGeom prst="rect">
            <a:avLst/>
          </a:prstGeom>
          <a:solidFill>
            <a:srgbClr val="555550"/>
          </a:solidFill>
          <a:ln w="12700">
            <a:solidFill>
              <a:srgbClr val="555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FEATURES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657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language support beyond Hinglish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Inventory-linked performance signals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upsell prioritization during voice call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optimization recommendations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 clarification during ordering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Modifier handling (size, spice, add-ons)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KOT creation post-order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Judging Criteria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143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1704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&amp; completeness of revenue analysis and menu optimization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920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Tech Innovation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476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of NLP, voice pipeline, and intelligent upsell logic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&amp;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7249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Ease of use, clarity of output, and live demonstration quality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472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021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uplift in AOV or order accuracy potential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245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279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language support, inventory signals, automatic KOT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8046720" cy="9144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320040" cy="22860"/>
          </a:xfrm>
          <a:prstGeom prst="rect">
            <a:avLst/>
          </a:prstGeom>
          <a:solidFill>
            <a:srgbClr val="C8522A"/>
          </a:solidFill>
          <a:ln w="12700">
            <a:solidFill>
              <a:srgbClr val="C85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 the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of Restaurants?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48640" y="3337560"/>
            <a:ext cx="8046720" cy="9144"/>
          </a:xfrm>
          <a:prstGeom prst="rect">
            <a:avLst/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66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 AI system that turns raw PoS data into intelligent revenue decisions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66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automates voice ordering — making every restaurant smarter, faster, and more profitable.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7731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Duration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4434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47731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4434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17920" y="47731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Potential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Revenue &amp; Voice Copilot for Restaurants</dc:title>
  <dc:subject>PptxGenJS Presentation</dc:subject>
  <dc:creator>PptxGenJS</dc:creator>
  <cp:lastModifiedBy>PptxGenJS</cp:lastModifiedBy>
  <cp:revision>1</cp:revision>
  <dcterms:created xsi:type="dcterms:W3CDTF">2026-03-04T07:44:56Z</dcterms:created>
  <dcterms:modified xsi:type="dcterms:W3CDTF">2026-03-04T07:44:56Z</dcterms:modified>
</cp:coreProperties>
</file>